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Client Quality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CCFF"/>
                </a:solidFill>
              </a:rPr>
              <a:t>Protein Stability Assay — Excelra Partnership Agreement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Ref: CLT-QR-2026-003  |  Effective: 01-Feb-2026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Mandatory Release Specifications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Client Minimum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Client Maximum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Temperature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36.0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37.8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°C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pH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7.0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7.5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Purity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96.0 (minimum)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Yield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135.0 (minimum)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mg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Endotoxin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0.10 (maximum)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EU/mL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solidFill>
            <a:srgbClr val="FFF0F0"/>
          </a:solidFill>
          <a:ln>
            <a:solidFill>
              <a:srgbClr val="FFAA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</a:rPr>
              <a:t>Important: </a:t>
            </a:r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</a:rPr>
              <a:t>Client purity minimum (96.0%) is STRICTER than the internal SOP minimum (95.0%). The client threshold takes precedence for all batches intended for client delivery.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Pilot Run Acceptance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Pilot Run batches (B-200 series) are subject to relaxed specifications as agreed in the partnership addendum dated 15-Jan-2026: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Pilot Minimum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Standard Minimum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Purity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90.0%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96.0%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120.0 mg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135.0 mg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Endotoxin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≤ 0.20 EU/mL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≤ 0.10 EU/mL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Temperature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36.5–37.5°C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36.0–37.8°C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Note: pH and Temperature must still meet standard SOP criteria for Pilot Runs.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7315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Analyst Qualification Policy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Trainee Analysts:</a:t>
            </a:r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 Results from trainee analysts require an additional 0.2% purity buffer above the minimum threshold. This means: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For standard batches: Purity must be ≥ 96.2% (not 96.0%) when run by a trainee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For pilot runs: Purity must be ≥ 90.2% (not 90.0%) when run by a trainee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 Senior Analyst co-signature is required on the batch record in all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8595360" cy="548640"/>
          </a:xfrm>
          <a:prstGeom prst="rect">
            <a:avLst/>
          </a:prstGeom>
          <a:solidFill>
            <a:srgbClr val="FFF0F0"/>
          </a:solidFill>
          <a:ln>
            <a:solidFill>
              <a:srgbClr val="FFAA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</a:rPr>
              <a:t>Analyst_B is confirmed as a Trainee Analyst </a:t>
            </a:r>
            <a:pPr indent="0" marL="0">
              <a:buNone/>
            </a:pPr>
            <a:r>
              <a:rPr lang="en-US" sz="1400" i="1" dirty="0">
                <a:solidFill>
                  <a:srgbClr val="8B0000"/>
                </a:solidFill>
              </a:rPr>
              <a:t>as of Q1 2026 review.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Quality Requirements</dc:title>
  <dc:subject>PptxGenJS Presentation</dc:subject>
  <dc:creator>PptxGenJS</dc:creator>
  <cp:lastModifiedBy>PptxGenJS</cp:lastModifiedBy>
  <cp:revision>1</cp:revision>
  <dcterms:created xsi:type="dcterms:W3CDTF">2026-04-04T02:59:41Z</dcterms:created>
  <dcterms:modified xsi:type="dcterms:W3CDTF">2026-04-04T02:59:41Z</dcterms:modified>
</cp:coreProperties>
</file>